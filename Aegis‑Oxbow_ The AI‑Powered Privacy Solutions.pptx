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38B1-778F-9C04-A47E-764A70F99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496E2-1EEE-06BE-8011-8FF67304E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F5155-328F-3235-D1AD-82B0B9AD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18534-1AEB-A837-E8BE-23BC5AA4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F0145-DD00-A4DF-3571-FB457BC8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089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E0AC8-1957-6AD8-BE15-032B1CEE9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A335-7F20-26F7-FC16-A05E65B85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3615C-269C-35AD-687E-E3E02433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3EEA2-47A1-14B7-1F93-F7B33CB9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E353-E912-320A-CF9C-1DC878B2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47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3FB5-4E25-0880-51B6-7E8AC7B35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15725-3569-B27E-3282-D84076D25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5EC1D-0342-F452-E41E-A69CCC43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2E949-BE6B-CAEF-12B9-A58BA6D9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9C18E-0235-7EFA-CF56-3C240DDA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06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97D3-F486-38F9-0D57-5932A9BB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F4C9-DFA0-AE21-2817-079B5DB37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17396-758E-B126-CA1A-150DD34E2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9B664-B5CA-F0FB-B472-0050D7D72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DCA2F-A6BB-F708-3A2A-5AA2F916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0AE08-98D1-CC30-0F51-99C78108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73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9A66-8E10-7526-453D-C5489FC9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9E222-2214-3871-EDA0-B4E65CEBC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A4CF3-F28C-1A4F-41B6-AD3E3A222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322B9-1E51-487F-D94B-92A2E9EF8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D628DA-167B-2D0B-6D0A-DE4EF3E46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7AC54B-9D84-2EA1-ED4F-BD2F07D1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9DB44-FCCF-E52B-1D69-CB96FDFB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A09CA-5762-09F8-9957-95690AD8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20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D5CD-253F-6686-0CCA-93A2F5338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E7986-BAC0-37AC-813E-257145782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B1134-68BA-DC14-8814-4C8E3DC0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82FDF-211E-CA86-B086-882FC312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293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99B415-E2B9-189E-4E16-24B2C6B5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B78232-877D-4BC6-7BA1-943552B6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2BCEF-CD2D-204B-0539-FFE435E3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3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B58A-5979-F2C4-1CFA-A84B6525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98474-A162-F631-B192-FD740AF9D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D4E78-37AA-E3EC-0543-4C5DD3B7F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F1363-EC2B-1015-D479-261AE7DB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C3BC8-F6D3-5545-4F99-41927610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6570F-E10D-E27A-EDAA-B6485C35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2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6618-267C-F547-F8F5-AA915AA8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7013C4-59F1-AF85-7A09-050BF22C3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5AC60-A76E-E365-78A2-90C944808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E3FE4-0EBF-DECD-244A-8739FAF47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96369-D32A-1C08-0749-70CEE8CB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893FE-CF33-2F6F-4540-EA5B7E66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66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40FE-5113-4A0F-4EB6-AA03C64EF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9DCA0-8151-1901-9B40-606E0C6E0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14C2B-1097-7C7F-EB4A-CFD8E07A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B60A6-252E-DA93-CA96-3AFF53A1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3BD27-8390-879B-9804-ED529B34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63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3D3DFE-7940-FBB0-67E9-FA2042F74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E731F-EEA8-C0E3-96B0-BC3189014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5ECE3-F8C9-7127-591B-E1261D31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EBA7A-2ED9-E625-8F20-F2E02F8D5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7AE09-7329-7C15-B2CB-22CD197A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83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FFFD3-C5D4-9BB0-3E3A-9D56FDFE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CDD45-D15B-8F4A-3459-D778C5D56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C64C4-CDC6-F18D-4936-31972C984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2C0FE-A1D3-4A01-B5BB-661247C8DD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4BC53-7F9B-1FD7-524D-E19C11EF7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F8A7E-0621-3AD8-9FA1-751943AE0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208B4-B410-47E9-8F15-64CF774C98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76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035D-ED7B-47DA-7A14-B3E346C03B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C3956-3A68-8A80-0E21-29B411C43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C48D3-6AE1-C765-DB21-F3CF35FD8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34" y="652075"/>
            <a:ext cx="10793331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0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4B59-46B5-1BFC-8AF0-B5E749B7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C70D4E-749E-CF92-4CE7-BBB935D7B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50" y="365126"/>
            <a:ext cx="11464506" cy="549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5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2154-D228-95CA-C34A-7D46BA62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E5D25-6262-54CC-A2FC-19A4EDB29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7860B-3751-15BC-8A34-9E2EAC652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267419"/>
            <a:ext cx="10917174" cy="59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7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C0DC-3881-0C3F-4FCE-9326FEDC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24087-467D-9811-3F98-107C69EC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166B6-5038-4EDA-D329-B08B901F0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264"/>
            <a:ext cx="11887200" cy="614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6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622A-9C12-DFBC-1DB5-A1603A38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B62C9-224D-86F5-0FDF-E49C3EFD0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97BBD-B193-9C72-5797-3A70940A0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13" y="163902"/>
            <a:ext cx="11335963" cy="608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43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3860-72F2-205B-125B-75E163A16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F4000-B1F8-7D1A-9A5A-F0C142BC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F0C45-94C2-03C7-05C8-8DF84B268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361522"/>
            <a:ext cx="10955279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7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4567-4B53-45A1-6D3D-DA97A81C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9DDABA-FB9F-BF0D-8344-1ABFDF8EA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728" y="103517"/>
            <a:ext cx="11214340" cy="607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1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AAB1-7C94-1CDC-1FC4-A8457B4D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82F3B-E502-2038-7AAB-569B41A2C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1B8EC-D20F-43A7-C638-347B67926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313890"/>
            <a:ext cx="10955279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934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0C4B-23EB-4511-30DF-D6584DF4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0D53-EBC0-2ECB-8D01-3AB4029B3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5F3A5-ECE3-E36E-5A39-0856FE044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356759"/>
            <a:ext cx="10955279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1391-48C7-BC5A-C87C-BB2625D0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8558-E9B8-5E12-A54C-147B2D648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E983F-8E7E-58BD-DDB5-667D5372E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81" y="318653"/>
            <a:ext cx="11393385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3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</dc:creator>
  <cp:lastModifiedBy>Kiran</cp:lastModifiedBy>
  <cp:revision>1</cp:revision>
  <dcterms:created xsi:type="dcterms:W3CDTF">2026-02-28T05:54:29Z</dcterms:created>
  <dcterms:modified xsi:type="dcterms:W3CDTF">2026-02-28T05:55:12Z</dcterms:modified>
</cp:coreProperties>
</file>